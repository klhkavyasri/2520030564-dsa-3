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F69B93-C521-4C9A-BF1F-02B2F3682FCD}" v="1" dt="2026-08-31T06:34:17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eshna Tathireddy" userId="61f55bbbc4293f6b" providerId="LiveId" clId="{23511247-9FEF-47FC-93FE-1E56582E4006}"/>
    <pc:docChg chg="modSld">
      <pc:chgData name="sudeshna Tathireddy" userId="61f55bbbc4293f6b" providerId="LiveId" clId="{23511247-9FEF-47FC-93FE-1E56582E4006}" dt="2026-08-31T06:45:54.245" v="20" actId="123"/>
      <pc:docMkLst>
        <pc:docMk/>
      </pc:docMkLst>
      <pc:sldChg chg="modSp mod">
        <pc:chgData name="sudeshna Tathireddy" userId="61f55bbbc4293f6b" providerId="LiveId" clId="{23511247-9FEF-47FC-93FE-1E56582E4006}" dt="2026-08-31T06:42:31.228" v="6" actId="14100"/>
        <pc:sldMkLst>
          <pc:docMk/>
          <pc:sldMk cId="0" sldId="261"/>
        </pc:sldMkLst>
        <pc:spChg chg="mod">
          <ac:chgData name="sudeshna Tathireddy" userId="61f55bbbc4293f6b" providerId="LiveId" clId="{23511247-9FEF-47FC-93FE-1E56582E4006}" dt="2026-08-31T06:42:31.228" v="6" actId="14100"/>
          <ac:spMkLst>
            <pc:docMk/>
            <pc:sldMk cId="0" sldId="261"/>
            <ac:spMk id="5" creationId="{920D8996-297C-0E2A-395C-93BD4EABFE5A}"/>
          </ac:spMkLst>
        </pc:spChg>
      </pc:sldChg>
      <pc:sldChg chg="modSp mod">
        <pc:chgData name="sudeshna Tathireddy" userId="61f55bbbc4293f6b" providerId="LiveId" clId="{23511247-9FEF-47FC-93FE-1E56582E4006}" dt="2026-08-31T06:34:31.847" v="4" actId="2711"/>
        <pc:sldMkLst>
          <pc:docMk/>
          <pc:sldMk cId="1672422596" sldId="264"/>
        </pc:sldMkLst>
        <pc:spChg chg="mod">
          <ac:chgData name="sudeshna Tathireddy" userId="61f55bbbc4293f6b" providerId="LiveId" clId="{23511247-9FEF-47FC-93FE-1E56582E4006}" dt="2026-08-31T06:34:31.847" v="4" actId="2711"/>
          <ac:spMkLst>
            <pc:docMk/>
            <pc:sldMk cId="1672422596" sldId="264"/>
            <ac:spMk id="2" creationId="{00000000-0000-0000-0000-000000000000}"/>
          </ac:spMkLst>
        </pc:spChg>
      </pc:sldChg>
      <pc:sldChg chg="modSp mod">
        <pc:chgData name="sudeshna Tathireddy" userId="61f55bbbc4293f6b" providerId="LiveId" clId="{23511247-9FEF-47FC-93FE-1E56582E4006}" dt="2026-08-31T06:44:17.027" v="8" actId="123"/>
        <pc:sldMkLst>
          <pc:docMk/>
          <pc:sldMk cId="3441026644" sldId="265"/>
        </pc:sldMkLst>
        <pc:spChg chg="mod">
          <ac:chgData name="sudeshna Tathireddy" userId="61f55bbbc4293f6b" providerId="LiveId" clId="{23511247-9FEF-47FC-93FE-1E56582E4006}" dt="2026-08-31T06:44:17.027" v="8" actId="123"/>
          <ac:spMkLst>
            <pc:docMk/>
            <pc:sldMk cId="3441026644" sldId="265"/>
            <ac:spMk id="5" creationId="{F709F638-B5AB-A040-F12D-572C039D92D9}"/>
          </ac:spMkLst>
        </pc:spChg>
      </pc:sldChg>
      <pc:sldChg chg="modSp mod">
        <pc:chgData name="sudeshna Tathireddy" userId="61f55bbbc4293f6b" providerId="LiveId" clId="{23511247-9FEF-47FC-93FE-1E56582E4006}" dt="2026-08-31T06:45:54.245" v="20" actId="123"/>
        <pc:sldMkLst>
          <pc:docMk/>
          <pc:sldMk cId="106092222" sldId="267"/>
        </pc:sldMkLst>
        <pc:spChg chg="mod">
          <ac:chgData name="sudeshna Tathireddy" userId="61f55bbbc4293f6b" providerId="LiveId" clId="{23511247-9FEF-47FC-93FE-1E56582E4006}" dt="2026-08-31T06:45:54.245" v="20" actId="123"/>
          <ac:spMkLst>
            <pc:docMk/>
            <pc:sldMk cId="106092222" sldId="267"/>
            <ac:spMk id="5" creationId="{3313E600-4E4B-1489-0331-6814EB4F39D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8498" y="448655"/>
            <a:ext cx="9144000" cy="2316702"/>
          </a:xfrm>
        </p:spPr>
        <p:txBody>
          <a:bodyPr/>
          <a:lstStyle/>
          <a:p>
            <a:pPr algn="l"/>
            <a:r>
              <a:rPr sz="2800" dirty="0">
                <a:latin typeface="Arial"/>
              </a:rPr>
              <a:t>Matrix Chain Multiplication Optimization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0216" y="2883604"/>
            <a:ext cx="4551284" cy="1396014"/>
          </a:xfrm>
        </p:spPr>
        <p:txBody>
          <a:bodyPr/>
          <a:lstStyle/>
          <a:p>
            <a:pPr algn="l"/>
            <a:r>
              <a:rPr sz="1800" dirty="0">
                <a:latin typeface="Arial"/>
              </a:rPr>
              <a:t>Data Structures and Algorithms -3 (25CS2103E)</a:t>
            </a: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Team Members</a:t>
            </a:r>
            <a:r>
              <a:rPr lang="en-IN" sz="1800" dirty="0">
                <a:latin typeface="Arial"/>
              </a:rPr>
              <a:t>:</a:t>
            </a:r>
          </a:p>
          <a:p>
            <a:pPr algn="l"/>
            <a:r>
              <a:rPr lang="en-IN" sz="1800" dirty="0">
                <a:latin typeface="Arial"/>
              </a:rPr>
              <a:t>Harini-2520030399</a:t>
            </a:r>
          </a:p>
          <a:p>
            <a:pPr algn="l"/>
            <a:r>
              <a:rPr lang="en-IN" sz="1800" dirty="0">
                <a:latin typeface="Arial"/>
              </a:rPr>
              <a:t>Sudeshna-2520030591</a:t>
            </a:r>
          </a:p>
          <a:p>
            <a:pPr algn="l"/>
            <a:r>
              <a:rPr lang="en-IN" sz="1800" dirty="0">
                <a:latin typeface="Arial"/>
              </a:rPr>
              <a:t>Kavya-2520030564</a:t>
            </a:r>
            <a:endParaRPr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Under the Esteemed Guidance of</a:t>
            </a:r>
          </a:p>
          <a:p>
            <a:pPr algn="l"/>
            <a:r>
              <a:rPr sz="1800" dirty="0">
                <a:latin typeface="Arial"/>
              </a:rPr>
              <a:t>____________________, DSA-3 Faculty</a:t>
            </a:r>
          </a:p>
          <a:p>
            <a:pPr algn="l"/>
            <a:endParaRPr sz="1800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583709" y="1314448"/>
            <a:ext cx="5011651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Introduction</a:t>
            </a: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Literature Survey</a:t>
            </a: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Problem Statement and Objectives</a:t>
            </a: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Flow Chart</a:t>
            </a: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Results</a:t>
            </a: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Hardware and Software Requirements</a:t>
            </a: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Conclusion</a:t>
            </a: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Future Scope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Contents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Abstract</a:t>
            </a: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07360" y="1330960"/>
            <a:ext cx="89204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dirty="0">
                <a:latin typeface="Arial"/>
              </a:rPr>
              <a:t>•</a:t>
            </a:r>
            <a:r>
              <a:rPr lang="en-IN" dirty="0"/>
              <a:t>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Our project finds the best order to multiply matrices. It uses Dynamic Programming to reduce the number of calculations.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Different </a:t>
            </a:r>
            <a:r>
              <a:rPr sz="1800" dirty="0" err="1">
                <a:latin typeface="Arial"/>
              </a:rPr>
              <a:t>parenthesization</a:t>
            </a:r>
            <a:r>
              <a:rPr sz="1800" dirty="0">
                <a:latin typeface="Arial"/>
              </a:rPr>
              <a:t> orders can require significantly different scalar multiplications.</a:t>
            </a:r>
            <a:endParaRPr lang="en-IN"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The tool accepts matrix dimensions and applies dynamic programming to find the minimum-cost order.</a:t>
            </a:r>
            <a:endParaRPr lang="en-IN"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It generates the optimal </a:t>
            </a:r>
            <a:r>
              <a:rPr sz="1800" dirty="0" err="1">
                <a:latin typeface="Arial"/>
              </a:rPr>
              <a:t>parenthesization</a:t>
            </a:r>
            <a:r>
              <a:rPr sz="1800" dirty="0">
                <a:latin typeface="Arial"/>
              </a:rPr>
              <a:t> and minimum number of scalar multiplications.</a:t>
            </a:r>
            <a:endParaRPr lang="en-IN"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Cost tables and split positions can be displayed to trace how the solution is obtained.</a:t>
            </a:r>
            <a:endParaRPr lang="en-IN"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The tool provides a practical way to understand dynamic programming and algorithmic efficiency.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827549" y="36391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30072" y="36391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latin typeface="Arial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9CA14-395C-9798-FB9E-0357B36A1AAE}"/>
              </a:ext>
            </a:extLst>
          </p:cNvPr>
          <p:cNvSpPr txBox="1"/>
          <p:nvPr/>
        </p:nvSpPr>
        <p:spPr>
          <a:xfrm>
            <a:off x="3048000" y="1720840"/>
            <a:ext cx="87172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Matrix multiplication is associative, meaning matrices can be multiplied in different orders. </a:t>
            </a:r>
          </a:p>
          <a:p>
            <a:pPr lvl="0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However, different multiplication orders can have significantly different computational costs. </a:t>
            </a:r>
          </a:p>
          <a:p>
            <a:pPr lvl="0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Matrix Chain Multiplication determines the best order for multiplying a sequence of matrices. </a:t>
            </a:r>
          </a:p>
          <a:p>
            <a:pPr lvl="0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project provides an interactive tool to solve and visualize this optimization problem.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Dynamic Programming is used to systematically evaluate possible multiplication orders.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main goal is to reduce computational cost and improve efficiency.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36109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latin typeface="Arial"/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D8996-297C-0E2A-395C-93BD4EABFE5A}"/>
              </a:ext>
            </a:extLst>
          </p:cNvPr>
          <p:cNvSpPr txBox="1"/>
          <p:nvPr/>
        </p:nvSpPr>
        <p:spPr>
          <a:xfrm>
            <a:off x="3048000" y="1720840"/>
            <a:ext cx="8890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Matrix Chain Multiplication is a fundamental problem in computer science and algorithm optimization.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problem can be solved by considering different possible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orders.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Evaluating every possible arrangement independently can require unnecessary computation.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Dynamic Programming reduces this complexity by storing and reusing intermediate results.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problem demonstrates the concepts of optimal substructure and problem decomposition.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proposed tool applies these concepts in a practical and interactive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Problem Statement and Objectives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9F638-B5AB-A040-F12D-572C039D92D9}"/>
              </a:ext>
            </a:extLst>
          </p:cNvPr>
          <p:cNvSpPr txBox="1"/>
          <p:nvPr/>
        </p:nvSpPr>
        <p:spPr>
          <a:xfrm>
            <a:off x="2660072" y="1988741"/>
            <a:ext cx="80365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 determine the optimal multiplication order for a given sequence of matrices such that the total number of scalar multiplications is minimized.</a:t>
            </a:r>
          </a:p>
          <a:p>
            <a:pPr algn="just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Objectives: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Accept matrix dimensions as input.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Apply Dynamic Programming to evaluate possible multiplication orders.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Find the minimum number of scalar multiplications.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Generate the optimal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Display cost tables and split positions.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Help users understand how Dynamic Programming solves the problem. 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5895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latin typeface="Arial"/>
              </a:rPr>
              <a:t>Flow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3ECAF-3D92-15D2-D6FE-268BE26F04FA}"/>
              </a:ext>
            </a:extLst>
          </p:cNvPr>
          <p:cNvSpPr txBox="1"/>
          <p:nvPr/>
        </p:nvSpPr>
        <p:spPr>
          <a:xfrm>
            <a:off x="3048000" y="751344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Enter Matrix Dimensions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Create Dynamic Programming Tables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Evaluate Possible Split Positions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Calculate Multiplication Costs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Store Minimum Cost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Trace Split Positions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Generate Optimal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Display Minimum Cost and Results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8312" y="30572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latin typeface="Arial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3E600-4E4B-1489-0331-6814EB4F39DC}"/>
              </a:ext>
            </a:extLst>
          </p:cNvPr>
          <p:cNvSpPr txBox="1"/>
          <p:nvPr/>
        </p:nvSpPr>
        <p:spPr>
          <a:xfrm>
            <a:off x="2631440" y="1869500"/>
            <a:ext cx="9936480" cy="1818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tool identifies the optimal multiplication order for the given matrices.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calculates the minimum number of scalar multiplications required.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optimal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is generated and displayed.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Cost tables show the intermediate results obtained during Dynamic Programming.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Split positions help users trace how the optimal solution was obtained.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results demonstrate how Dynamic Programming reduces unnecessary computation. 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Hardware and Software Requirements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CFC3F-D4A3-FE42-7346-3BF0FA4C03A9}"/>
              </a:ext>
            </a:extLst>
          </p:cNvPr>
          <p:cNvSpPr txBox="1"/>
          <p:nvPr/>
        </p:nvSpPr>
        <p:spPr>
          <a:xfrm>
            <a:off x="3048000" y="18593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Hardware Requirements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Computer/Laptop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Keyboard and Mouse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Sufficient RAM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Sufficient Storage </a:t>
            </a:r>
          </a:p>
          <a:p>
            <a:pPr lvl="0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Software Requirements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Operating System: Windows / Linux / macOS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Programming Environment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Development IDE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Application interface for entering matrix dimensions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Tool for displaying optimization results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831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latin typeface="Arial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DF07A-1130-06C7-9225-7C9641705238}"/>
              </a:ext>
            </a:extLst>
          </p:cNvPr>
          <p:cNvSpPr txBox="1"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Matrix Chain Multiplication Optimization Tool provides an efficient solution for finding the minimum-cost multiplication order.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Dynamic Programming is used to systematically solve the optimization problem.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tool generates the optimal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and minimum multiplication cost.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Cost tables and split positions make the optimization process easier to understand.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project demonstrates the practical application of Dynamic Programming.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highlights how problem decomposition can improve computational efficiency.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831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latin typeface="Arial"/>
              </a:rPr>
              <a:t>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1696A-D981-BF5A-7C47-9AFC69040EA2}"/>
              </a:ext>
            </a:extLst>
          </p:cNvPr>
          <p:cNvSpPr txBox="1"/>
          <p:nvPr/>
        </p:nvSpPr>
        <p:spPr>
          <a:xfrm>
            <a:off x="3048000" y="199783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Add step-by-step visualization of the Dynamic Programming process.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Provide interactive visualization of cost tables and split positions.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Support larger sequences of matrices.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Add performance comparison between Dynamic Programming and brute-force approaches.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Improve the user interface for easier learning and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Extend the tool into a broader educational platform for algorithm optimization.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Thank You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35000" y="1905000"/>
            <a:ext cx="7874000" cy="444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Arial"/>
              </a:rPr>
              <a:t>Thank You</a:t>
            </a:r>
          </a:p>
          <a:p>
            <a:pPr algn="l"/>
            <a:endParaRPr sz="1800">
              <a:latin typeface="Arial"/>
            </a:endParaRPr>
          </a:p>
          <a:p>
            <a:pPr algn="l"/>
            <a:r>
              <a:rPr sz="1800">
                <a:latin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666</Words>
  <Application>Microsoft Office PowerPoint</Application>
  <PresentationFormat>Widescreen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Matrix Chain Multiplication Optimization Tool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sudeshna Tathireddy</cp:lastModifiedBy>
  <cp:revision>20</cp:revision>
  <dcterms:created xsi:type="dcterms:W3CDTF">2024-08-29T05:25:00Z</dcterms:created>
  <dcterms:modified xsi:type="dcterms:W3CDTF">2026-08-31T06:46:03Z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